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Reminder for the lecturer: link this back to the referential integrity example from week one, where a half-applied update left a dangling foreign key. That is exactly the failure a transaction prevents.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Indexes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A B-tree index turns a scan into a lookup</a:t>
            </a:r>
          </a:p>
          <a:p>
            <a:pPr/>
            <a:r>
              <a:rPr sz="2000"/>
              <a:t>Indexes speed reads and slow writes</a:t>
            </a:r>
          </a:p>
          <a:p>
            <a:pPr/>
            <a:r>
              <a:rPr sz="2000"/>
              <a:t>The planner may ignore an index it thinks is useless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A transaction is an all-or-nothing unit of work</a:t>
            </a:r>
          </a:p>
          <a:p>
            <a:pPr/>
            <a:r>
              <a:rPr sz="2000"/>
              <a:t>BEGIN, then COMMIT or ROLLBACK</a:t>
            </a:r>
          </a:p>
          <a:p>
            <a:pPr/>
            <a:r>
              <a:rPr sz="2000"/>
              <a:t>Partial effects are never visible to others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Atomicity: all of it or none of it</a:t>
            </a:r>
          </a:p>
          <a:p>
            <a:pPr/>
            <a:r>
              <a:rPr sz="2000"/>
              <a:t>Consistency: constraints hold before and after</a:t>
            </a:r>
          </a:p>
          <a:p>
            <a:pPr/>
            <a:r>
              <a:rPr sz="2000"/>
              <a:t>Isolation: concurrent transactions do not interleave visibly</a:t>
            </a:r>
          </a:p>
          <a:p>
            <a:pPr/>
            <a:r>
              <a:rPr sz="2000"/>
              <a:t>Durability: a committed write survives a crash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Query Plans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EXPLAIN shows the plan the optimiser chose</a:t>
            </a:r>
          </a:p>
          <a:p>
            <a:pPr/>
            <a:r>
              <a:rPr sz="2000"/>
              <a:t>Sequential scan versus index scan</a:t>
            </a:r>
          </a:p>
          <a:p>
            <a:pPr/>
            <a:r>
              <a:rPr sz="2000"/>
              <a:t>Row-count estimates drive join order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COMP5211 Week 2 - Indexes and Transactions</dc:title>
  <dc:subject/>
  <dc:creator>Lecture Companion fixtures</dc:creator>
  <cp:keywords/>
  <dc:description>generated using python-pptx</dc:description>
  <cp:lastModifiedBy>Steve Canny</cp:lastModifiedBy>
  <cp:revision>1</cp:revision>
  <dcterms:created xsi:type="dcterms:W3CDTF">2026-01-01T00:00:00Z</dcterms:created>
  <dcterms:modified xsi:type="dcterms:W3CDTF">2026-01-01T00:00:00Z</dcterms:modified>
  <cp:category/>
</cp:coreProperties>
</file>